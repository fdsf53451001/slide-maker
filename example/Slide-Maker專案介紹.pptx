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- fdsf53451001_slide-maker_ Local-first image-based slide generator — Express server + React editor + pluggable image providers.md — chunk:1 — https://github.com/fdsf53451001/slide-maker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- fdsf53451001_slide-maker_ Local-first image-based slide generator — Express server + React editor + pluggable image providers.md — chunk:1 — https://github.com/fdsf53451001/slide-maker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- fdsf53451001_slide-maker_ Local-first image-based slide generator — Express server + React editor + pluggable image providers.md — chunk:1 — https://github.com/fdsf53451001/slide-maker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- fdsf53451001_slide-maker_ Local-first image-based slide generator — Express server + React editor + pluggable image providers.md — chunk:1 — https://github.com/fdsf53451001/slide-maker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- fdsf53451001_slide-maker_ Local-first image-based slide generator — Express server + React editor + pluggable image providers.md — chunk:1 — https://github.com/fdsf53451001/slide-maker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- fdsf53451001_slide-maker_ Local-first image-based slide generator — Express server + React editor + pluggable image providers.md — chunk:1 — https://github.com/fdsf53451001/slide-maker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Slide-Maker專案介紹</dc:title>
  <dc:subject>Slide-Maker專案介紹</dc:subject>
  <dc:creator>Slide Maker</dc:creator>
  <cp:lastModifiedBy>Slide Maker</cp:lastModifiedBy>
  <cp:revision>1</cp:revision>
  <dcterms:created xsi:type="dcterms:W3CDTF">2026-08-25T02:57:27Z</dcterms:created>
  <dcterms:modified xsi:type="dcterms:W3CDTF">2026-08-25T02:57:27Z</dcterms:modified>
</cp:coreProperties>
</file>